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FA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3F6D1E"/>
          </a:solidFill>
          <a:ln/>
        </p:spPr>
      </p:sp>
      <p:pic>
        <p:nvPicPr>
          <p:cNvPr id="3" name="Image 0" descr="/home/claude/crop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8528" y="777240"/>
            <a:ext cx="2834640" cy="8961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3172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PORTFOLIO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32461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Pharmaceuticals for Everyday Health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50749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BEKRA PHARMA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55321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www.bekrapharma.com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B14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4480560" cy="1554480"/>
          </a:xfrm>
          <a:prstGeom prst="rect">
            <a:avLst/>
          </a:prstGeom>
          <a:solidFill>
            <a:srgbClr val="7A2E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NEUROGIL®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PREGABALIN CAPSULES 75 MG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6400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88920"/>
            <a:ext cx="3611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nerve-pain medication that calms overactive nerve signals — used to manage neuropathic pain and support certain nerve-related conditions.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0" y="822960"/>
            <a:ext cx="6613855" cy="4937760"/>
          </a:xfrm>
          <a:prstGeom prst="roundRect">
            <a:avLst>
              <a:gd name="adj" fmla="val 2222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/home/claude/crops/neurogi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5683" y="1280160"/>
            <a:ext cx="4620889" cy="4023360"/>
          </a:xfrm>
          <a:prstGeom prst="rect">
            <a:avLst/>
          </a:prstGeom>
        </p:spPr>
      </p:pic>
      <p:pic>
        <p:nvPicPr>
          <p:cNvPr id="11" name="Image 1" descr="/home/claude/crop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91072"/>
            <a:ext cx="1051560" cy="333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899855" y="63276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www.bekrapharma.com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B14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4480560" cy="1554480"/>
          </a:xfrm>
          <a:prstGeom prst="rect">
            <a:avLst/>
          </a:prstGeom>
          <a:solidFill>
            <a:srgbClr val="7A2E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FEMIFER®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(FERROUS) &amp; FOLIC ACID SYRUP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6400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88920"/>
            <a:ext cx="3611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iron and folic acid supplement that supports healthy red blood cell production — helping prevent and treat iron-deficiency anaemia, especially in women.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0" y="822960"/>
            <a:ext cx="6613855" cy="4937760"/>
          </a:xfrm>
          <a:prstGeom prst="roundRect">
            <a:avLst>
              <a:gd name="adj" fmla="val 2222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/home/claude/crops/femif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6316" y="1280160"/>
            <a:ext cx="3379622" cy="4023360"/>
          </a:xfrm>
          <a:prstGeom prst="rect">
            <a:avLst/>
          </a:prstGeom>
        </p:spPr>
      </p:pic>
      <p:pic>
        <p:nvPicPr>
          <p:cNvPr id="11" name="Image 1" descr="/home/claude/crop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91072"/>
            <a:ext cx="1051560" cy="333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899855" y="63276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www.bekrapharma.com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D6C2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4480560" cy="1554480"/>
          </a:xfrm>
          <a:prstGeom prst="rect">
            <a:avLst/>
          </a:prstGeom>
          <a:solidFill>
            <a:srgbClr val="9C8A0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AKEROL®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DESLORATADINE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6400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88920"/>
            <a:ext cx="3611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fast-acting antihistamine that relieves allergy symptoms such as sneezing, itching, and a runny or blocked nose — for both allergic rhinitis and hives.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0" y="822960"/>
            <a:ext cx="6613855" cy="4937760"/>
          </a:xfrm>
          <a:prstGeom prst="roundRect">
            <a:avLst>
              <a:gd name="adj" fmla="val 2222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/home/claude/crops/akero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2713" y="1280160"/>
            <a:ext cx="3386828" cy="4023360"/>
          </a:xfrm>
          <a:prstGeom prst="rect">
            <a:avLst/>
          </a:prstGeom>
        </p:spPr>
      </p:pic>
      <p:pic>
        <p:nvPicPr>
          <p:cNvPr id="11" name="Image 1" descr="/home/claude/crop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91072"/>
            <a:ext cx="1051560" cy="333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899855" y="63276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www.bekrapharma.com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9CA2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4480560" cy="1554480"/>
          </a:xfrm>
          <a:prstGeom prst="rect">
            <a:avLst/>
          </a:prstGeom>
          <a:solidFill>
            <a:srgbClr val="6B732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CARDAL®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PANTOPRAZOLE / DOMPERIDONE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6400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88920"/>
            <a:ext cx="3611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combined acid-reducer and motility aid that eases heartburn, acid reflux, and stomach discomfort while helping food move smoothly through the gut.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0" y="822960"/>
            <a:ext cx="6613855" cy="4937760"/>
          </a:xfrm>
          <a:prstGeom prst="roundRect">
            <a:avLst>
              <a:gd name="adj" fmla="val 2222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/home/claude/crops/card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0077" y="1280160"/>
            <a:ext cx="4492101" cy="4023360"/>
          </a:xfrm>
          <a:prstGeom prst="rect">
            <a:avLst/>
          </a:prstGeom>
        </p:spPr>
      </p:pic>
      <p:pic>
        <p:nvPicPr>
          <p:cNvPr id="11" name="Image 1" descr="/home/claude/crop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91072"/>
            <a:ext cx="1051560" cy="333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899855" y="63276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www.bekrapharma.com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2441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4480560" cy="1554480"/>
          </a:xfrm>
          <a:prstGeom prst="rect">
            <a:avLst/>
          </a:prstGeom>
          <a:solidFill>
            <a:srgbClr val="142A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BEKRACINE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CEFIXIME 200 MG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6400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88920"/>
            <a:ext cx="3611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broad-spectrum antibiotic used to treat a wide range of bacterial infections, including those of the respiratory tract, ears, and urinary system.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0" y="822960"/>
            <a:ext cx="6613855" cy="4937760"/>
          </a:xfrm>
          <a:prstGeom prst="roundRect">
            <a:avLst>
              <a:gd name="adj" fmla="val 2222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/home/claude/crops/bekraci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3983" y="1280160"/>
            <a:ext cx="4484289" cy="4023360"/>
          </a:xfrm>
          <a:prstGeom prst="rect">
            <a:avLst/>
          </a:prstGeom>
        </p:spPr>
      </p:pic>
      <p:pic>
        <p:nvPicPr>
          <p:cNvPr id="11" name="Image 1" descr="/home/claude/crop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91072"/>
            <a:ext cx="1051560" cy="333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899855" y="63276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www.bekrapharma.com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6FA2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4480560" cy="1554480"/>
          </a:xfrm>
          <a:prstGeom prst="rect">
            <a:avLst/>
          </a:prstGeom>
          <a:solidFill>
            <a:srgbClr val="3F6D1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RESPIMAX®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SALBUTAMOL, GUAIPHENESIN, AMBROXOL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6400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88920"/>
            <a:ext cx="3611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sugar-free respiratory syrup that relieves cough while helping clear mucus and open the airways — easing breathing during colds, bronchitis, and chest congestion.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0" y="822960"/>
            <a:ext cx="6613855" cy="4937760"/>
          </a:xfrm>
          <a:prstGeom prst="roundRect">
            <a:avLst>
              <a:gd name="adj" fmla="val 2222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/home/claude/crops/respima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102" y="1280160"/>
            <a:ext cx="3798052" cy="4023360"/>
          </a:xfrm>
          <a:prstGeom prst="rect">
            <a:avLst/>
          </a:prstGeom>
        </p:spPr>
      </p:pic>
      <p:pic>
        <p:nvPicPr>
          <p:cNvPr id="11" name="Image 1" descr="/home/claude/crop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91072"/>
            <a:ext cx="1051560" cy="333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899855" y="63276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www.bekrapharma.com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D646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4480560" cy="1554480"/>
          </a:xfrm>
          <a:prstGeom prst="rect">
            <a:avLst/>
          </a:prstGeom>
          <a:solidFill>
            <a:srgbClr val="9C2D6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FUCANOL®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FLUCLOXACILLIN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6400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88920"/>
            <a:ext cx="3611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targeted antibiotic effective against staphylococcal infections — commonly used for skin, soft tissue, and other bacterial infections.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0" y="822960"/>
            <a:ext cx="6613855" cy="4937760"/>
          </a:xfrm>
          <a:prstGeom prst="roundRect">
            <a:avLst>
              <a:gd name="adj" fmla="val 2222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/home/claude/crops/fucano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6195" y="1280160"/>
            <a:ext cx="3319865" cy="4023360"/>
          </a:xfrm>
          <a:prstGeom prst="rect">
            <a:avLst/>
          </a:prstGeom>
        </p:spPr>
      </p:pic>
      <p:pic>
        <p:nvPicPr>
          <p:cNvPr id="11" name="Image 1" descr="/home/claude/crop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91072"/>
            <a:ext cx="1051560" cy="333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899855" y="63276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www.bekrapharma.com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F6D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op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5688" y="640080"/>
            <a:ext cx="2560320" cy="804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94560"/>
            <a:ext cx="107286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THROUGH AUTHORISED</a:t>
            </a:r>
            <a:endParaRPr lang="en-US" sz="2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463040" y="3520440"/>
            <a:ext cx="92656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A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Bekra Pharma products are supplied through a trusted network of authorised distributors and pharmacies. For stockist enquiries, partnership opportunities, or product information, please get in touch through our official channels.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175608" y="5029200"/>
            <a:ext cx="3840480" cy="640080"/>
          </a:xfrm>
          <a:prstGeom prst="roundRect">
            <a:avLst>
              <a:gd name="adj" fmla="val 50000"/>
            </a:avLst>
          </a:prstGeom>
          <a:solidFill>
            <a:srgbClr val="6FA22C"/>
          </a:solidFill>
          <a:ln/>
        </p:spPr>
      </p:sp>
      <p:sp>
        <p:nvSpPr>
          <p:cNvPr id="6" name="Text 3"/>
          <p:cNvSpPr/>
          <p:nvPr/>
        </p:nvSpPr>
        <p:spPr>
          <a:xfrm>
            <a:off x="4175608" y="50292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www.bekrapharma.com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5508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FC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BEKRA PHARMA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2026-08-19T05:57:15Z</dcterms:created>
  <dcterms:modified xsi:type="dcterms:W3CDTF">2026-08-19T05:57:15Z</dcterms:modified>
</cp:coreProperties>
</file>